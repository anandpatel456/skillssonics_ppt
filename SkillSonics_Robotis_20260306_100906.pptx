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4980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1E3A8A"/>
                </a:solidFill>
                <a:latin typeface="Calibri Bold"/>
              </a:defRPr>
            </a:pPr>
            <a:r>
              <a:t>Robotics in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59E0B"/>
                </a:solidFill>
                <a:latin typeface="Calibri Bold"/>
              </a:defRPr>
            </a:pPr>
            <a:r>
              <a:t>Introduction to Robotis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Bold"/>
              </a:defRPr>
            </a:pPr>
            <a: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" y="1508760"/>
            <a:ext cx="6400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17320"/>
            <a:ext cx="81838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Understand robotics basics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Learn IT applications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Familiarize with tools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Develop problem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Bold"/>
              </a:defRPr>
            </a:pPr>
            <a:r>
              <a:t>Industry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" y="1508760"/>
            <a:ext cx="6400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17320"/>
            <a:ext cx="81838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80% automation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20% increased productivity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15% job growth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90% data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Bold"/>
              </a:defRPr>
            </a:pPr>
            <a:r>
              <a:t>Core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" y="1508760"/>
            <a:ext cx="6400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17320"/>
            <a:ext cx="81838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Artificial intelligence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Machine learning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Robot operating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Data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Bold"/>
              </a:defRPr>
            </a:pPr>
            <a:r>
              <a:t>Technical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" y="1508760"/>
            <a:ext cx="6400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17320"/>
            <a:ext cx="81838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Programming languages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Robot frameworks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IT protocols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Network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Traditional vs Modern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417320"/>
            <a:ext cx="4160520" cy="4846320"/>
          </a:xfrm>
          <a:prstGeom prst="roundRect">
            <a:avLst/>
          </a:prstGeom>
          <a:solidFill>
            <a:srgbClr val="EB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1417320"/>
            <a:ext cx="4160520" cy="4846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206240" y="3493008"/>
            <a:ext cx="713232" cy="713232"/>
          </a:xfrm>
          <a:prstGeom prst="ellipse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3611880"/>
            <a:ext cx="7132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646464"/>
                </a:solidFill>
              </a:defRPr>
            </a:pPr>
            <a: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827"/>
                </a:solidFill>
              </a:defRPr>
            </a:pPr>
            <a:r>
              <a:t>Traditional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84248"/>
            <a:ext cx="3566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</a:defRPr>
            </a:pPr>
            <a:r>
              <a:t>• Manual processing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</a:defRPr>
            </a:pPr>
            <a:r>
              <a:t>• Automated systems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</a:defRPr>
            </a:pPr>
            <a:r>
              <a:t>• Limited scalability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554480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984248"/>
            <a:ext cx="3566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✓ High efficiency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✓ Low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Bold"/>
              </a:defRPr>
            </a:pPr>
            <a:r>
              <a:t>Training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" y="1508760"/>
            <a:ext cx="6400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17320"/>
            <a:ext cx="81838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Calibri"/>
              </a:defRPr>
            </a:pPr>
            <a:r>
              <a:t>▸  Introduction to robotics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Calibri"/>
              </a:defRPr>
            </a:pPr>
            <a:r>
              <a:t>▸  IT fundamentals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Calibri"/>
              </a:defRPr>
            </a:pPr>
            <a:r>
              <a:t>▸  Practical training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Calibri"/>
              </a:defRPr>
            </a:pPr>
            <a:r>
              <a:t>▸  Project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Calibri"/>
              </a:defRPr>
            </a:pPr>
            <a:r>
              <a:t>▸  Certification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Bold"/>
              </a:defRPr>
            </a:pPr>
            <a:r>
              <a:t>Career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" y="1508760"/>
            <a:ext cx="6400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17320"/>
            <a:ext cx="81838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Robotics engineer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IT consultant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Data analyst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▸  Automation specialist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